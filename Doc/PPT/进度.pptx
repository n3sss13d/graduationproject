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5" d="100"/>
          <a:sy n="145" d="100"/>
        </p:scale>
        <p:origin x="120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C55555-E5F8-5989-E0F2-4055C68722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5F9C8CC-0D54-6FB6-6570-4876E2753E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16FB34-933D-D2F1-FA37-9790332E1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D3F9A-1CE6-44B4-A215-ADBF432CA9D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E050656-79D3-1E3F-0CBC-CB492DA7A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AEBEEE-47D7-2C6C-BBAA-4E718F496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08438-EEB6-4DF1-9A45-86D78CFFB8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7353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EAE092-7E00-C2B9-E7F4-0FD8DB257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8476BF-D101-C3FD-5E5A-CA4765649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5856B4-87EF-79A9-3C19-532127BC8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D3F9A-1CE6-44B4-A215-ADBF432CA9D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A16C153-39B5-7579-EF71-1BC573ED2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463A36-1197-C62D-2E85-ED9460043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08438-EEB6-4DF1-9A45-86D78CFFB8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8640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BB1E7D-DA82-BEA9-4F49-D8BE56F3B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D159BE-CFA5-6B91-A09B-9050289AC2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2B64E5-9B9E-CE84-A878-AA12C257F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D3F9A-1CE6-44B4-A215-ADBF432CA9D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10A438-EB8B-3A49-89DB-25D6F728C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75351C-2510-E3CC-2FFE-972F405DB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08438-EEB6-4DF1-9A45-86D78CFFB8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7618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36E4A4-B72C-0EE2-2942-F33112DE8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92424A-696E-D564-5FD8-527E7EDC28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AD0D649-9A6D-8D80-9F45-6CE2AB718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D786752-85BA-BCFA-390A-13338F843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D3F9A-1CE6-44B4-A215-ADBF432CA9D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EC84CAF-6D01-5C13-7F81-38E275003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26FF32-CC1E-C837-13A3-F5D7165CF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08438-EEB6-4DF1-9A45-86D78CFFB8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3346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D20AD1-15E0-4740-917A-80C737EA7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6156784-B3C5-0C20-3C17-6FC28481D2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658C7FC-223F-560C-1F39-4B320F8DC5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B3CE76B-1CC8-3586-5D0C-D99A35FFFD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6A5C0DF-D033-4553-8602-35E762D736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7C684DD-38EE-29FF-8C54-9607A0060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D3F9A-1CE6-44B4-A215-ADBF432CA9D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E46EA55-7CD9-B4D4-1C5D-681F66DEC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4C56375-11B7-4AC9-C480-2B1CEE123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08438-EEB6-4DF1-9A45-86D78CFFB8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72003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8EDD2B-6DA4-DB00-805A-74E8D0F45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4FCFD29-6692-CE79-2F91-CC2C7DC54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D3F9A-1CE6-44B4-A215-ADBF432CA9D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4F6C9D6-C478-6B09-E3B8-614222E58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97A9AAD-24E3-C075-E776-E268D6CFB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08438-EEB6-4DF1-9A45-86D78CFFB8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1473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63CE0D3-1F72-540B-D79A-6A76FE9EC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D3F9A-1CE6-44B4-A215-ADBF432CA9D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542FBA2-3ADA-4FC4-0109-70A58DF2A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74337FB-DD0A-9DF1-D0D2-0F80A645D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08438-EEB6-4DF1-9A45-86D78CFFB8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0979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1D5E09-1A6F-6B4B-EC3C-65C3E5A14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1EBDFA-0365-4342-E988-BD9297FFA0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DF629F5-FAE6-ACC4-B8E2-B436DA113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1029280-E467-E9B1-9B4D-1246BB740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D3F9A-1CE6-44B4-A215-ADBF432CA9D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6F0A575-0039-9153-D414-63167D3CA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D093F8-0C10-CD6C-BB61-39AC822FB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08438-EEB6-4DF1-9A45-86D78CFFB8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42110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850FF6-8C6C-D12D-ECA1-BC876359D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C00AD0F-0D33-AA8A-221F-73221AB54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96099B-6711-AF03-609A-371193573F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FD2EEC6-D09C-EF08-E129-C0986A9E5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D3F9A-1CE6-44B4-A215-ADBF432CA9D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787214A-F247-FD2E-B15D-F2552BC0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86AB43D-A144-C87B-76FB-2BE5D5370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08438-EEB6-4DF1-9A45-86D78CFFB8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4023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0497BD-FB26-6A6C-0576-CC5789033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A253B22-0A1E-FB02-2420-DDBD0BCC70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ACC049-0116-18DD-A4B1-AD1247B90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D3F9A-1CE6-44B4-A215-ADBF432CA9D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5F8139-1C83-7FBB-D800-C61FFFA15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8E9BFC8-8805-B404-B428-4EBB4CC32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08438-EEB6-4DF1-9A45-86D78CFFB8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969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29A055-B67D-F7EC-12C8-11921A5B31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8CF8F66-1FD7-AF28-1F6C-2F44D04BF5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21F28B-7316-8FA4-13F2-CA704DE8C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D3F9A-1CE6-44B4-A215-ADBF432CA9D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8349A0-2066-FEA1-DF5D-A2FF328FA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27492B-9D0D-95A7-2D05-C2B979BC0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08438-EEB6-4DF1-9A45-86D78CFFB8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1548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54DD286-1D47-E785-9A2F-C93384287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BDB451-F1F4-121B-B8DF-F4560093E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AF243-E950-0FC0-0634-10055D8B9C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D3F9A-1CE6-44B4-A215-ADBF432CA9D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4B3ED7A-A169-D643-E9D6-BC6B3DB70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B0AD1B-101A-74B5-97C4-AE91E99EB7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F08438-EEB6-4DF1-9A45-86D78CFFB8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6512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61099B-F94A-A5E1-832C-22B29FFD66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CN" altLang="zh-CN" sz="4400" dirty="0"/>
              <a:t>基于</a:t>
            </a:r>
            <a:r>
              <a:rPr lang="en-US" altLang="zh-CN" sz="4400" dirty="0"/>
              <a:t>MCU</a:t>
            </a:r>
            <a:r>
              <a:rPr lang="zh-CN" altLang="zh-CN" sz="4400" dirty="0"/>
              <a:t>的智能</a:t>
            </a:r>
            <a:r>
              <a:rPr lang="en-US" altLang="zh-CN" sz="4400" dirty="0"/>
              <a:t>LED</a:t>
            </a:r>
            <a:r>
              <a:rPr lang="zh-CN" altLang="zh-CN" sz="4400" dirty="0"/>
              <a:t>图示条幅的设计</a:t>
            </a:r>
            <a:endParaRPr lang="zh-CN" altLang="en-US" sz="4400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9E54FA2-CF80-A7C7-88D8-54E316EDFD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聂俊宇</a:t>
            </a:r>
          </a:p>
        </p:txBody>
      </p:sp>
    </p:spTree>
    <p:extLst>
      <p:ext uri="{BB962C8B-B14F-4D97-AF65-F5344CB8AC3E}">
        <p14:creationId xmlns:p14="http://schemas.microsoft.com/office/powerpoint/2010/main" val="31114879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9D31A-E9F0-A080-AB43-F4F66FB6D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整体结构</a:t>
            </a:r>
          </a:p>
        </p:txBody>
      </p:sp>
      <p:pic>
        <p:nvPicPr>
          <p:cNvPr id="15" name="内容占位符 14">
            <a:extLst>
              <a:ext uri="{FF2B5EF4-FFF2-40B4-BE49-F238E27FC236}">
                <a16:creationId xmlns:a16="http://schemas.microsoft.com/office/drawing/2014/main" id="{B0CA6246-CE0F-5B64-D032-3F77814017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62250" y="1690688"/>
            <a:ext cx="6667500" cy="1123950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05F456AB-05E1-5B88-15C7-0651E61B6295}"/>
              </a:ext>
            </a:extLst>
          </p:cNvPr>
          <p:cNvSpPr txBox="1"/>
          <p:nvPr/>
        </p:nvSpPr>
        <p:spPr>
          <a:xfrm>
            <a:off x="2762250" y="3131327"/>
            <a:ext cx="666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小智</a:t>
            </a:r>
            <a:r>
              <a:rPr lang="en-US" altLang="zh-CN" dirty="0"/>
              <a:t>AI</a:t>
            </a:r>
            <a:r>
              <a:rPr lang="zh-CN" altLang="en-US" dirty="0"/>
              <a:t>：进行语音识别，通过关键词唤醒、云端语音识别、</a:t>
            </a:r>
            <a:r>
              <a:rPr lang="en-US" altLang="zh-CN" dirty="0"/>
              <a:t>LLM</a:t>
            </a:r>
            <a:r>
              <a:rPr lang="zh-CN" altLang="en-US" dirty="0"/>
              <a:t>智能对话，开发接口与</a:t>
            </a:r>
            <a:r>
              <a:rPr lang="en-US" altLang="zh-CN" dirty="0"/>
              <a:t>LED</a:t>
            </a:r>
            <a:r>
              <a:rPr lang="zh-CN" altLang="en-US" dirty="0"/>
              <a:t>驱动进行通信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40D9014-69AA-8C33-4B6C-13EB6864406B}"/>
              </a:ext>
            </a:extLst>
          </p:cNvPr>
          <p:cNvSpPr txBox="1"/>
          <p:nvPr/>
        </p:nvSpPr>
        <p:spPr>
          <a:xfrm>
            <a:off x="2762250" y="3817035"/>
            <a:ext cx="666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语音识别替代方案：根据开发进度与小智</a:t>
            </a:r>
            <a:r>
              <a:rPr lang="en-US" altLang="zh-CN" dirty="0"/>
              <a:t>AI</a:t>
            </a:r>
            <a:r>
              <a:rPr lang="zh-CN" altLang="en-US" dirty="0"/>
              <a:t>的开发难度决定，若无法及时完成，使用成熟的语音识别模块进行替代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6277333-00A5-A098-0559-357721038622}"/>
              </a:ext>
            </a:extLst>
          </p:cNvPr>
          <p:cNvSpPr txBox="1"/>
          <p:nvPr/>
        </p:nvSpPr>
        <p:spPr>
          <a:xfrm>
            <a:off x="2762250" y="4483102"/>
            <a:ext cx="66675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LED</a:t>
            </a:r>
            <a:r>
              <a:rPr lang="zh-CN" altLang="en-US" dirty="0"/>
              <a:t>驱动：采用</a:t>
            </a:r>
            <a:r>
              <a:rPr lang="en-US" altLang="zh-CN" dirty="0"/>
              <a:t>STC AI8051U</a:t>
            </a:r>
            <a:r>
              <a:rPr lang="zh-CN" altLang="en-US" dirty="0"/>
              <a:t>作为主控，</a:t>
            </a:r>
            <a:r>
              <a:rPr lang="en-US" altLang="zh-CN" dirty="0"/>
              <a:t>32</a:t>
            </a:r>
            <a:r>
              <a:rPr lang="zh-CN" altLang="en-US" dirty="0"/>
              <a:t>位单片机，主频</a:t>
            </a:r>
            <a:r>
              <a:rPr lang="en-US" altLang="zh-CN" dirty="0"/>
              <a:t>40MHz</a:t>
            </a:r>
            <a:r>
              <a:rPr lang="zh-CN" altLang="en-US" dirty="0"/>
              <a:t>，功能齐全，包括</a:t>
            </a:r>
            <a:r>
              <a:rPr lang="en-US" altLang="zh-CN" dirty="0"/>
              <a:t>PWM</a:t>
            </a:r>
            <a:r>
              <a:rPr lang="zh-CN" altLang="en-US" dirty="0"/>
              <a:t>、</a:t>
            </a:r>
            <a:r>
              <a:rPr lang="en-US" altLang="zh-CN" dirty="0"/>
              <a:t>DMA</a:t>
            </a:r>
            <a:r>
              <a:rPr lang="zh-CN" altLang="en-US" dirty="0"/>
              <a:t>、</a:t>
            </a:r>
            <a:r>
              <a:rPr lang="en-US" altLang="zh-CN" dirty="0"/>
              <a:t>I2C</a:t>
            </a:r>
            <a:r>
              <a:rPr lang="zh-CN" altLang="en-US" dirty="0"/>
              <a:t>、</a:t>
            </a:r>
            <a:r>
              <a:rPr lang="en-US" altLang="zh-CN" dirty="0"/>
              <a:t>SPI</a:t>
            </a:r>
            <a:r>
              <a:rPr lang="zh-CN" altLang="en-US" dirty="0"/>
              <a:t>、</a:t>
            </a:r>
            <a:r>
              <a:rPr lang="en-US" altLang="zh-CN" dirty="0"/>
              <a:t>ADC</a:t>
            </a:r>
            <a:r>
              <a:rPr lang="zh-CN" altLang="en-US" dirty="0"/>
              <a:t>等常用功能，符合项目需求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E29961D-F7DC-DCCC-4BEA-D5256C195CA6}"/>
              </a:ext>
            </a:extLst>
          </p:cNvPr>
          <p:cNvSpPr txBox="1"/>
          <p:nvPr/>
        </p:nvSpPr>
        <p:spPr>
          <a:xfrm>
            <a:off x="2762250" y="5426168"/>
            <a:ext cx="666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LED</a:t>
            </a:r>
            <a:r>
              <a:rPr lang="zh-CN" altLang="en-US" dirty="0"/>
              <a:t>阵列：由</a:t>
            </a:r>
            <a:r>
              <a:rPr lang="en-US" altLang="zh-CN" dirty="0"/>
              <a:t>16*64</a:t>
            </a:r>
            <a:r>
              <a:rPr lang="zh-CN" altLang="en-US" dirty="0"/>
              <a:t>的</a:t>
            </a:r>
            <a:r>
              <a:rPr lang="en-US" altLang="zh-CN" dirty="0"/>
              <a:t>WS2812B LED</a:t>
            </a:r>
            <a:r>
              <a:rPr lang="zh-CN" altLang="en-US" dirty="0"/>
              <a:t>组成，支持丰富的色彩显示，可实现最高</a:t>
            </a:r>
            <a:r>
              <a:rPr lang="en-US" altLang="zh-CN" dirty="0"/>
              <a:t>1080</a:t>
            </a:r>
            <a:r>
              <a:rPr lang="zh-CN" altLang="en-US" dirty="0"/>
              <a:t>像素，</a:t>
            </a:r>
            <a:r>
              <a:rPr lang="en-US" altLang="zh-CN" dirty="0"/>
              <a:t>30fps</a:t>
            </a:r>
            <a:r>
              <a:rPr lang="zh-CN" altLang="en-US" dirty="0"/>
              <a:t>的图像显示</a:t>
            </a:r>
          </a:p>
        </p:txBody>
      </p:sp>
    </p:spTree>
    <p:extLst>
      <p:ext uri="{BB962C8B-B14F-4D97-AF65-F5344CB8AC3E}">
        <p14:creationId xmlns:p14="http://schemas.microsoft.com/office/powerpoint/2010/main" val="1641654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ABDFAE-EDE7-4EDF-C33B-CC076A281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4000" dirty="0"/>
              <a:t>当前进度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E43458D-AD12-5B93-3897-011ABC983854}"/>
              </a:ext>
            </a:extLst>
          </p:cNvPr>
          <p:cNvSpPr txBox="1"/>
          <p:nvPr/>
        </p:nvSpPr>
        <p:spPr>
          <a:xfrm>
            <a:off x="838200" y="1690688"/>
            <a:ext cx="6680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语音识别：成功烧录小智</a:t>
            </a:r>
            <a:r>
              <a:rPr lang="en-US" altLang="zh-CN" dirty="0"/>
              <a:t>AI</a:t>
            </a:r>
            <a:r>
              <a:rPr lang="zh-CN" altLang="en-US" dirty="0"/>
              <a:t>，通讯接口暂未进行开发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CEB186C-CA4B-0B17-C031-FF26F1C6E54B}"/>
              </a:ext>
            </a:extLst>
          </p:cNvPr>
          <p:cNvSpPr txBox="1"/>
          <p:nvPr/>
        </p:nvSpPr>
        <p:spPr>
          <a:xfrm>
            <a:off x="822849" y="2209818"/>
            <a:ext cx="10424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LED</a:t>
            </a:r>
            <a:r>
              <a:rPr lang="zh-CN" altLang="en-US" dirty="0"/>
              <a:t>驱动：成功使用逐行扫描的方式完成简单图案的显示，但显示效果不理想，需要进一步优化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F20D469-145D-34A0-2E68-C9CA69E63B9D}"/>
              </a:ext>
            </a:extLst>
          </p:cNvPr>
          <p:cNvSpPr txBox="1"/>
          <p:nvPr/>
        </p:nvSpPr>
        <p:spPr>
          <a:xfrm>
            <a:off x="838199" y="2728948"/>
            <a:ext cx="10187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LED</a:t>
            </a:r>
            <a:r>
              <a:rPr lang="zh-CN" altLang="en-US" dirty="0"/>
              <a:t>阵列：当前结构为</a:t>
            </a:r>
            <a:r>
              <a:rPr lang="en-US" altLang="zh-CN" dirty="0"/>
              <a:t>16*8</a:t>
            </a:r>
            <a:r>
              <a:rPr lang="zh-CN" altLang="en-US" dirty="0"/>
              <a:t>，由于扫描方式设计不符预期，需要重新进行硬件设计</a:t>
            </a: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97045334-74CA-AF1C-5613-75D7D1309FF5}"/>
              </a:ext>
            </a:extLst>
          </p:cNvPr>
          <p:cNvSpPr txBox="1">
            <a:spLocks/>
          </p:cNvSpPr>
          <p:nvPr/>
        </p:nvSpPr>
        <p:spPr>
          <a:xfrm>
            <a:off x="838200" y="324807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dirty="0"/>
              <a:t>下一步计划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A927BC-7E12-BFAF-CA06-9C041DF825FF}"/>
              </a:ext>
            </a:extLst>
          </p:cNvPr>
          <p:cNvSpPr txBox="1"/>
          <p:nvPr/>
        </p:nvSpPr>
        <p:spPr>
          <a:xfrm>
            <a:off x="822849" y="4204309"/>
            <a:ext cx="9031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语音识别：完成小智</a:t>
            </a:r>
            <a:r>
              <a:rPr lang="en-US" altLang="zh-CN" dirty="0"/>
              <a:t>AI</a:t>
            </a:r>
            <a:r>
              <a:rPr lang="zh-CN" altLang="en-US" dirty="0"/>
              <a:t>与</a:t>
            </a:r>
            <a:r>
              <a:rPr lang="en-US" altLang="zh-CN" dirty="0"/>
              <a:t>LED</a:t>
            </a:r>
            <a:r>
              <a:rPr lang="zh-CN" altLang="en-US" dirty="0"/>
              <a:t>驱动接口的开发，设定通讯格式，实现语音指定图案的显示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36F75CD-6E38-FD3F-BC8D-049D5C166196}"/>
              </a:ext>
            </a:extLst>
          </p:cNvPr>
          <p:cNvSpPr txBox="1"/>
          <p:nvPr/>
        </p:nvSpPr>
        <p:spPr>
          <a:xfrm>
            <a:off x="838199" y="4655670"/>
            <a:ext cx="90316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LED</a:t>
            </a:r>
            <a:r>
              <a:rPr lang="zh-CN" altLang="en-US" dirty="0"/>
              <a:t>驱动：优化</a:t>
            </a:r>
            <a:r>
              <a:rPr lang="en-US" altLang="zh-CN" dirty="0"/>
              <a:t>LED</a:t>
            </a:r>
            <a:r>
              <a:rPr lang="zh-CN" altLang="en-US" dirty="0"/>
              <a:t>扫描方式，实现更好的显示效果；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dirty="0"/>
              <a:t>设计图像显示程序，实现多样的图像显示效果；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dirty="0"/>
              <a:t>尝试加入简单操作系统进行任务调度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A27F07D-EB99-BA7A-A994-81F94E36C6BB}"/>
              </a:ext>
            </a:extLst>
          </p:cNvPr>
          <p:cNvSpPr txBox="1"/>
          <p:nvPr/>
        </p:nvSpPr>
        <p:spPr>
          <a:xfrm>
            <a:off x="822848" y="5659180"/>
            <a:ext cx="1077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LED</a:t>
            </a:r>
            <a:r>
              <a:rPr lang="zh-CN" altLang="en-US" dirty="0"/>
              <a:t>阵列：修改当前只用两行交替扫描的方案，尝试</a:t>
            </a:r>
            <a:r>
              <a:rPr lang="en-US" altLang="zh-CN" dirty="0"/>
              <a:t>4</a:t>
            </a:r>
            <a:r>
              <a:rPr lang="zh-CN" altLang="en-US" dirty="0"/>
              <a:t>行交替扫描，增加每行点亮时间，优化频闪的现象</a:t>
            </a:r>
          </a:p>
        </p:txBody>
      </p:sp>
    </p:spTree>
    <p:extLst>
      <p:ext uri="{BB962C8B-B14F-4D97-AF65-F5344CB8AC3E}">
        <p14:creationId xmlns:p14="http://schemas.microsoft.com/office/powerpoint/2010/main" val="834254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8FCAF4-CE54-86D3-38BC-9D5EF4BD0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相关数据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D0CAC7-4051-6B5E-52B9-53AFB1F5B2D7}"/>
              </a:ext>
            </a:extLst>
          </p:cNvPr>
          <p:cNvSpPr txBox="1"/>
          <p:nvPr/>
        </p:nvSpPr>
        <p:spPr>
          <a:xfrm>
            <a:off x="838200" y="1486722"/>
            <a:ext cx="56546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Ws2812 64</a:t>
            </a:r>
            <a:r>
              <a:rPr lang="zh-CN" altLang="en-US" dirty="0"/>
              <a:t>个</a:t>
            </a:r>
            <a:r>
              <a:rPr lang="en-US" altLang="zh-CN" dirty="0"/>
              <a:t>LED </a:t>
            </a:r>
            <a:r>
              <a:rPr lang="zh-CN" altLang="en-US" dirty="0"/>
              <a:t>功耗情况：</a:t>
            </a:r>
            <a:endParaRPr lang="en-US" altLang="zh-CN" dirty="0"/>
          </a:p>
          <a:p>
            <a:r>
              <a:rPr lang="zh-CN" altLang="en-US" dirty="0"/>
              <a:t>全灭电流：</a:t>
            </a:r>
            <a:r>
              <a:rPr lang="en-US" altLang="zh-CN" dirty="0"/>
              <a:t>42mA</a:t>
            </a:r>
          </a:p>
          <a:p>
            <a:r>
              <a:rPr lang="zh-CN" altLang="en-US" dirty="0"/>
              <a:t>全亮电流：</a:t>
            </a:r>
            <a:r>
              <a:rPr lang="en-US" altLang="zh-CN" dirty="0"/>
              <a:t>536mA</a:t>
            </a:r>
          </a:p>
          <a:p>
            <a:r>
              <a:rPr lang="zh-CN" altLang="en-US" dirty="0"/>
              <a:t>采用逐行扫描的方式关闭不显示的</a:t>
            </a:r>
            <a:r>
              <a:rPr lang="en-US" altLang="zh-CN" dirty="0"/>
              <a:t>LED</a:t>
            </a:r>
            <a:r>
              <a:rPr lang="zh-CN" altLang="en-US" dirty="0"/>
              <a:t>，减少功耗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3663254-2487-D75E-44A1-78B3EC165DE4}"/>
              </a:ext>
            </a:extLst>
          </p:cNvPr>
          <p:cNvSpPr txBox="1"/>
          <p:nvPr/>
        </p:nvSpPr>
        <p:spPr>
          <a:xfrm>
            <a:off x="838200" y="2970621"/>
            <a:ext cx="56546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Ws2812 64</a:t>
            </a:r>
            <a:r>
              <a:rPr lang="zh-CN" altLang="en-US" dirty="0"/>
              <a:t>个</a:t>
            </a:r>
            <a:r>
              <a:rPr lang="en-US" altLang="zh-CN" dirty="0"/>
              <a:t>LED </a:t>
            </a:r>
            <a:r>
              <a:rPr lang="zh-CN" altLang="en-US" dirty="0"/>
              <a:t>刷新耗时：</a:t>
            </a:r>
            <a:endParaRPr lang="en-US" altLang="zh-CN" dirty="0"/>
          </a:p>
          <a:p>
            <a:r>
              <a:rPr lang="en-US" altLang="zh-CN" dirty="0"/>
              <a:t>PWM</a:t>
            </a:r>
            <a:r>
              <a:rPr lang="zh-CN" altLang="en-US" dirty="0"/>
              <a:t>发送完成需要约</a:t>
            </a:r>
            <a:r>
              <a:rPr lang="en-US" altLang="zh-CN" dirty="0"/>
              <a:t>1.8ms</a:t>
            </a:r>
            <a:r>
              <a:rPr lang="zh-CN" altLang="en-US" dirty="0"/>
              <a:t>，换行间隔至少</a:t>
            </a:r>
            <a:r>
              <a:rPr lang="en-US" altLang="zh-CN" dirty="0"/>
              <a:t>2ms</a:t>
            </a:r>
            <a:r>
              <a:rPr lang="zh-CN" altLang="en-US" dirty="0"/>
              <a:t>，导致出现频闪现象</a:t>
            </a:r>
          </a:p>
        </p:txBody>
      </p:sp>
    </p:spTree>
    <p:extLst>
      <p:ext uri="{BB962C8B-B14F-4D97-AF65-F5344CB8AC3E}">
        <p14:creationId xmlns:p14="http://schemas.microsoft.com/office/powerpoint/2010/main" val="11385819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329</Words>
  <Application>Microsoft Office PowerPoint</Application>
  <PresentationFormat>宽屏</PresentationFormat>
  <Paragraphs>24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等线</vt:lpstr>
      <vt:lpstr>等线 Light</vt:lpstr>
      <vt:lpstr>Arial</vt:lpstr>
      <vt:lpstr>Office 主题​​</vt:lpstr>
      <vt:lpstr>基于MCU的智能LED图示条幅的设计</vt:lpstr>
      <vt:lpstr>整体结构</vt:lpstr>
      <vt:lpstr>当前进度</vt:lpstr>
      <vt:lpstr>相关数据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海 小</dc:creator>
  <cp:lastModifiedBy>海 小</cp:lastModifiedBy>
  <cp:revision>1</cp:revision>
  <dcterms:created xsi:type="dcterms:W3CDTF">2026-03-19T05:14:42Z</dcterms:created>
  <dcterms:modified xsi:type="dcterms:W3CDTF">2026-03-19T05:14:53Z</dcterms:modified>
</cp:coreProperties>
</file>